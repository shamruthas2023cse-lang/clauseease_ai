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02" r:id="rId3"/>
    <p:sldId id="447" r:id="rId4"/>
    <p:sldId id="448" r:id="rId5"/>
    <p:sldId id="449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883" userDrawn="1">
          <p15:clr>
            <a:srgbClr val="A4A3A4"/>
          </p15:clr>
        </p15:guide>
        <p15:guide id="3" pos="4204" userDrawn="1">
          <p15:clr>
            <a:srgbClr val="A4A3A4"/>
          </p15:clr>
        </p15:guide>
        <p15:guide id="4" orient="horz" pos="1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BCB0"/>
    <a:srgbClr val="B0C6DD"/>
    <a:srgbClr val="F4D4E3"/>
    <a:srgbClr val="83C0DD"/>
    <a:srgbClr val="CDE0EB"/>
    <a:srgbClr val="BCE2EF"/>
    <a:srgbClr val="89B8D6"/>
    <a:srgbClr val="B9C8DD"/>
    <a:srgbClr val="B0C5E3"/>
    <a:srgbClr val="DAD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88" y="91"/>
      </p:cViewPr>
      <p:guideLst>
        <p:guide orient="horz" pos="2174"/>
        <p:guide pos="2883"/>
        <p:guide pos="4204"/>
        <p:guide orient="horz" pos="1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738C470-B55A-489B-8113-F36022DD8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EC2AE171-009D-4625-A5DB-66ED84F597E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/>
          <a:srcRect t="7643" b="764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/>
          <a:srcRect t="7643" b="764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54845" y="133351"/>
            <a:ext cx="8834311" cy="4876799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251419" y="263398"/>
            <a:ext cx="8641162" cy="4616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/>
          <a:srcRect t="7643" b="764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54845" y="311919"/>
            <a:ext cx="8834311" cy="4519663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322730" y="397809"/>
            <a:ext cx="8498541" cy="434788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3" r="1296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54845" y="133351"/>
            <a:ext cx="8834311" cy="4876799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251419" y="263398"/>
            <a:ext cx="8641162" cy="4616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6050" y="1274324"/>
            <a:ext cx="3355907" cy="17116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3570051" y="1274324"/>
            <a:ext cx="5427899" cy="17116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146050" y="3180944"/>
            <a:ext cx="2256682" cy="17116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2553510" y="3180944"/>
            <a:ext cx="4036980" cy="17116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741268" y="3180944"/>
            <a:ext cx="2256682" cy="171169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16391" y="1447507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2"/>
          <p:cNvSpPr>
            <a:spLocks noGrp="1"/>
          </p:cNvSpPr>
          <p:nvPr>
            <p:ph type="pic" sz="quarter" idx="11"/>
          </p:nvPr>
        </p:nvSpPr>
        <p:spPr>
          <a:xfrm>
            <a:off x="2349089" y="1447507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2"/>
          <p:cNvSpPr>
            <a:spLocks noGrp="1"/>
          </p:cNvSpPr>
          <p:nvPr>
            <p:ph type="pic" sz="quarter" idx="12"/>
          </p:nvPr>
        </p:nvSpPr>
        <p:spPr>
          <a:xfrm>
            <a:off x="4581789" y="1447507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814488" y="1447507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2"/>
          <p:cNvSpPr>
            <a:spLocks noGrp="1"/>
          </p:cNvSpPr>
          <p:nvPr>
            <p:ph type="pic" sz="quarter" idx="12"/>
          </p:nvPr>
        </p:nvSpPr>
        <p:spPr>
          <a:xfrm>
            <a:off x="6688652" y="3385363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688653" y="298216"/>
            <a:ext cx="2195367" cy="296510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2"/>
          <p:cNvSpPr>
            <a:spLocks noGrp="1"/>
          </p:cNvSpPr>
          <p:nvPr>
            <p:ph type="pic" sz="quarter" idx="14"/>
          </p:nvPr>
        </p:nvSpPr>
        <p:spPr>
          <a:xfrm>
            <a:off x="4306179" y="301228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2"/>
          <p:cNvSpPr>
            <a:spLocks noGrp="1"/>
          </p:cNvSpPr>
          <p:nvPr>
            <p:ph type="pic" sz="quarter" idx="15"/>
          </p:nvPr>
        </p:nvSpPr>
        <p:spPr>
          <a:xfrm>
            <a:off x="4306179" y="2044549"/>
            <a:ext cx="2195367" cy="2965102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25269" y="1447507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2"/>
          <p:cNvSpPr>
            <a:spLocks noGrp="1"/>
          </p:cNvSpPr>
          <p:nvPr>
            <p:ph type="pic" sz="quarter" idx="11"/>
          </p:nvPr>
        </p:nvSpPr>
        <p:spPr>
          <a:xfrm>
            <a:off x="2357967" y="3123907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2"/>
          <p:cNvSpPr>
            <a:spLocks noGrp="1"/>
          </p:cNvSpPr>
          <p:nvPr>
            <p:ph type="pic" sz="quarter" idx="12"/>
          </p:nvPr>
        </p:nvSpPr>
        <p:spPr>
          <a:xfrm>
            <a:off x="4590667" y="1447507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823366" y="3123614"/>
            <a:ext cx="2195367" cy="16212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125268" y="3123614"/>
            <a:ext cx="2195367" cy="16212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2357968" y="1447507"/>
            <a:ext cx="2195367" cy="16212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4590666" y="3123614"/>
            <a:ext cx="2195367" cy="16212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823366" y="1447507"/>
            <a:ext cx="2195367" cy="16212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3214" y="-9672"/>
            <a:ext cx="3032459" cy="51531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3235083" y="726776"/>
            <a:ext cx="2803408" cy="19447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9"/>
          <p:cNvSpPr>
            <a:spLocks noGrp="1"/>
          </p:cNvSpPr>
          <p:nvPr>
            <p:ph type="pic" sz="quarter" idx="11"/>
          </p:nvPr>
        </p:nvSpPr>
        <p:spPr>
          <a:xfrm>
            <a:off x="3235083" y="2817079"/>
            <a:ext cx="2803408" cy="19447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2"/>
          </p:nvPr>
        </p:nvSpPr>
        <p:spPr>
          <a:xfrm>
            <a:off x="6142184" y="726776"/>
            <a:ext cx="2803408" cy="19447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13"/>
          </p:nvPr>
        </p:nvSpPr>
        <p:spPr>
          <a:xfrm>
            <a:off x="6142184" y="2817079"/>
            <a:ext cx="2803408" cy="1944701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B535-7482-4BD9-903C-95994E9372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A96-9200-4C6B-A774-7470C1DDDA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B535-7482-4BD9-903C-95994E9372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A96-9200-4C6B-A774-7470C1DDDA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B535-7482-4BD9-903C-95994E9372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A96-9200-4C6B-A774-7470C1DDDA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B535-7482-4BD9-903C-95994E9372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A96-9200-4C6B-A774-7470C1DDDA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B535-7482-4BD9-903C-95994E9372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A96-9200-4C6B-A774-7470C1DDDA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B535-7482-4BD9-903C-95994E9372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A96-9200-4C6B-A774-7470C1DDDA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B535-7482-4BD9-903C-95994E9372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A96-9200-4C6B-A774-7470C1DDDA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C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D407B535-7482-4BD9-903C-95994E9372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08167A96-9200-4C6B-A774-7470C1DDDA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2399295" y="594101"/>
            <a:ext cx="4345409" cy="4345409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616740" y="1233187"/>
            <a:ext cx="3910519" cy="3910519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NDADA文本框 2"/>
          <p:cNvSpPr txBox="1"/>
          <p:nvPr>
            <p:custDataLst>
              <p:tags r:id="rId1"/>
            </p:custDataLst>
          </p:nvPr>
        </p:nvSpPr>
        <p:spPr>
          <a:xfrm>
            <a:off x="306386" y="1707132"/>
            <a:ext cx="8531225" cy="2430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4000">
                <a:solidFill>
                  <a:srgbClr val="DD7D59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pPr algn="ctr"/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  <a:t>I</a:t>
            </a:r>
            <a:r>
              <a:rPr lang="en-I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  <a:t>NTERNSHIP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  <a:t> P</a:t>
            </a:r>
            <a:r>
              <a:rPr lang="en-I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  <a:t>ROGRESS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  <a:t> R</a:t>
            </a:r>
            <a:r>
              <a:rPr lang="en-I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  <a:t>EPORT</a:t>
            </a:r>
            <a:endParaRPr lang="en-I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lt"/>
            </a:endParaRPr>
          </a:p>
          <a:p>
            <a:pPr algn="ctr"/>
            <a:endParaRPr lang="en-IN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lt"/>
            </a:endParaRPr>
          </a:p>
          <a:p>
            <a:pPr algn="r"/>
            <a:r>
              <a:rPr lang="en-IN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  <a:t>By: SHAMRUTHA S</a:t>
            </a:r>
            <a:br>
              <a:rPr lang="en-IN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</a:br>
            <a:r>
              <a:rPr lang="en-IN" alt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lt"/>
              </a:rPr>
              <a:t>BATCH 5</a:t>
            </a:r>
            <a:endParaRPr lang="en-IN" altLang="en-US" sz="36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5780" y="241300"/>
            <a:ext cx="810323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Core Concepts Learned</a:t>
            </a:r>
            <a:r>
              <a:rPr lang="en-IN" altLang="en-US" b="1"/>
              <a:t>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Artificial Intelligence Fundamentals</a:t>
            </a:r>
            <a:r>
              <a:rPr lang="en-IN" altLang="en-US" b="1"/>
              <a:t>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Key differences between AI, Machine Learning, and Deep Learning.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Large Language Model (LLM) Architecture</a:t>
            </a:r>
            <a:r>
              <a:rPr lang="en-IN" altLang="en-US" b="1"/>
              <a:t>: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Understanding the Transformer model and Attention.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Key concepts: Tokenization, Prompting, and Parameters.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NLP Word Vectorization</a:t>
            </a:r>
            <a:r>
              <a:rPr lang="en-IN" altLang="en-US" b="1"/>
              <a:t>:</a:t>
            </a:r>
            <a:endParaRPr lang="en-US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Moving from words to numbers.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Techniques: TF-IDF, Word2Vec, GloVe.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38150" y="466725"/>
            <a:ext cx="844804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Practical Application: Streamlit Chatbot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New Tool: Streamlit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A Python framework for building data apps fast.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Learned to use widgets, state management, and layout.</a:t>
            </a:r>
            <a:endParaRPr lang="en-US" altLang="en-US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/>
              <a:t>Project: </a:t>
            </a:r>
            <a:r>
              <a:rPr lang="en-IN" altLang="en-US" b="1"/>
              <a:t>C</a:t>
            </a:r>
            <a:r>
              <a:rPr lang="en-US" altLang="en-US" b="1"/>
              <a:t>lauseEase AI based Contract Language Simplifier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Goal: Build a functional, interactive chat interface.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/>
              <a:t>Result: A working web app that manages and displays a conversation.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39140" y="222250"/>
            <a:ext cx="721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/>
              <a:t>Screenshot of the Chatbot UI:</a:t>
            </a:r>
            <a:endParaRPr lang="en-IN" altLang="en-US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20" y="728345"/>
            <a:ext cx="6941185" cy="4104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Theme">
  <a:themeElements>
    <a:clrScheme name="1素雅极简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B3B3B"/>
      </a:accent1>
      <a:accent2>
        <a:srgbClr val="3F3F3F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迷你简细行楷">
      <a:majorFont>
        <a:latin typeface="Arial"/>
        <a:ea typeface="Arial"/>
        <a:cs typeface=""/>
      </a:majorFont>
      <a:minorFont>
        <a:latin typeface="Calibri Light"/>
        <a:ea typeface="Arial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</Words>
  <Application>WPS Presentation</Application>
  <PresentationFormat>全屏显示(16:9)</PresentationFormat>
  <Paragraphs>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方正清刻本悦宋简体</vt:lpstr>
      <vt:lpstr>Calibri</vt:lpstr>
      <vt:lpstr>Calibri Light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熊猫 哒哒</dc:creator>
  <cp:lastModifiedBy>SHAMRUTHA S</cp:lastModifiedBy>
  <cp:revision>569</cp:revision>
  <dcterms:created xsi:type="dcterms:W3CDTF">2018-10-11T01:28:00Z</dcterms:created>
  <dcterms:modified xsi:type="dcterms:W3CDTF">2025-10-29T19:23:59Z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1033-12.2.0.23131</vt:lpwstr>
  </property>
  <property fmtid="{D5CDD505-2E9C-101B-9397-08002B2CF9AE}" pid="3" name="ICV">
    <vt:lpwstr>0162FDC82E914FAC85B18BDA56794E98_13</vt:lpwstr>
  </property>
</Properties>
</file>